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Arimo Italics" panose="020B0604020202020204" charset="0"/>
      <p:regular r:id="rId12"/>
    </p:embeddedFont>
    <p:embeddedFont>
      <p:font typeface="Brittany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3.jpe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96" cy="512064"/>
            <a:chOff x="0" y="0"/>
            <a:chExt cx="2858262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8" b="-20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2904965"/>
            <a:ext cx="9954882" cy="279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6"/>
              </a:lnSpc>
            </a:pPr>
            <a:r>
              <a:rPr lang="en-US" sz="8747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Hyperhidrosis Monitoring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5939" y="8825992"/>
            <a:ext cx="2879301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8"/>
              </a:lnSpc>
            </a:pPr>
            <a:r>
              <a:rPr lang="en-US" sz="2199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Aditya Rajput</a:t>
            </a:r>
          </a:p>
          <a:p>
            <a:pPr algn="l">
              <a:lnSpc>
                <a:spcPts val="3510"/>
              </a:lnSpc>
              <a:spcBef>
                <a:spcPct val="0"/>
              </a:spcBef>
            </a:pPr>
            <a:r>
              <a:rPr lang="en-US" sz="2199">
                <a:solidFill>
                  <a:srgbClr val="D8B6A4"/>
                </a:solidFill>
                <a:latin typeface="Arimo"/>
                <a:ea typeface="Arimo"/>
                <a:cs typeface="Arimo"/>
                <a:sym typeface="Arimo"/>
              </a:rPr>
              <a:t>Prabhkeerat Kaur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857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96" cy="512064"/>
            <a:chOff x="0" y="0"/>
            <a:chExt cx="2858262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8700" y="269691"/>
            <a:ext cx="2924175" cy="471202"/>
            <a:chOff x="0" y="0"/>
            <a:chExt cx="3898900" cy="6282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98900" cy="628269"/>
            </a:xfrm>
            <a:custGeom>
              <a:avLst/>
              <a:gdLst/>
              <a:ahLst/>
              <a:cxnLst/>
              <a:rect l="l" t="t" r="r" b="b"/>
              <a:pathLst>
                <a:path w="3898900" h="628269">
                  <a:moveTo>
                    <a:pt x="0" y="49784"/>
                  </a:moveTo>
                  <a:cubicBezTo>
                    <a:pt x="0" y="22352"/>
                    <a:pt x="21463" y="0"/>
                    <a:pt x="47879" y="0"/>
                  </a:cubicBezTo>
                  <a:lnTo>
                    <a:pt x="3851021" y="0"/>
                  </a:lnTo>
                  <a:cubicBezTo>
                    <a:pt x="3877437" y="0"/>
                    <a:pt x="3898900" y="22352"/>
                    <a:pt x="3898900" y="49784"/>
                  </a:cubicBezTo>
                  <a:lnTo>
                    <a:pt x="3898900" y="578485"/>
                  </a:lnTo>
                  <a:cubicBezTo>
                    <a:pt x="3898900" y="605917"/>
                    <a:pt x="3877437" y="628269"/>
                    <a:pt x="3851021" y="628269"/>
                  </a:cubicBezTo>
                  <a:lnTo>
                    <a:pt x="47879" y="628269"/>
                  </a:lnTo>
                  <a:cubicBezTo>
                    <a:pt x="21463" y="628015"/>
                    <a:pt x="0" y="605790"/>
                    <a:pt x="0" y="57848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0667" b="-70669"/>
              </a:stretch>
            </a:blipFill>
            <a:ln w="9526" cap="sq">
              <a:solidFill>
                <a:srgbClr val="C49F8C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136823" y="361388"/>
            <a:ext cx="2707929" cy="287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899">
                <a:solidFill>
                  <a:srgbClr val="C49F8C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83743"/>
            <a:ext cx="16160658" cy="890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3"/>
              </a:lnSpc>
            </a:pPr>
            <a:r>
              <a:rPr lang="en-US" sz="5498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Why Current Tracking Falls Short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601200" y="1739960"/>
            <a:ext cx="7949022" cy="7949022"/>
            <a:chOff x="0" y="0"/>
            <a:chExt cx="9513316" cy="9513316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513316" cy="9513316"/>
            </a:xfrm>
            <a:custGeom>
              <a:avLst/>
              <a:gdLst/>
              <a:ahLst/>
              <a:cxnLst/>
              <a:rect l="l" t="t" r="r" b="b"/>
              <a:pathLst>
                <a:path w="9513316" h="9513316">
                  <a:moveTo>
                    <a:pt x="0" y="0"/>
                  </a:moveTo>
                  <a:lnTo>
                    <a:pt x="9513316" y="0"/>
                  </a:lnTo>
                  <a:lnTo>
                    <a:pt x="9513316" y="9513316"/>
                  </a:lnTo>
                  <a:lnTo>
                    <a:pt x="0" y="9513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92238" y="11397853"/>
            <a:ext cx="17217923" cy="22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i="1">
                <a:solidFill>
                  <a:srgbClr val="C9C2C0"/>
                </a:solidFill>
                <a:latin typeface="Arimo Italics"/>
                <a:ea typeface="Arimo Italics"/>
                <a:cs typeface="Arimo Italics"/>
                <a:sym typeface="Arimo Italics"/>
              </a:rPr>
              <a:t>Software Engineering Project | Hyperhidrosis Monitoring App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3660" y="3237442"/>
            <a:ext cx="8635368" cy="424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0432" lvl="1" indent="-300216" algn="l">
              <a:lnSpc>
                <a:spcPts val="3334"/>
              </a:lnSpc>
              <a:buFont typeface="Arial"/>
              <a:buChar char="•"/>
            </a:pP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Hyperhidros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is i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often difficult to track consistently without one central digital t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oo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l.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pisodes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, triggers, and severity quickly get los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t 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across notes, memory, and messages.</a:t>
            </a:r>
          </a:p>
          <a:p>
            <a:pPr algn="l">
              <a:lnSpc>
                <a:spcPts val="3334"/>
              </a:lnSpc>
            </a:pPr>
            <a:endParaRPr lang="en-US" sz="2781" b="1">
              <a:solidFill>
                <a:srgbClr val="D8B6A4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0432" lvl="1" indent="-300216" algn="l">
              <a:lnSpc>
                <a:spcPts val="3336"/>
              </a:lnSpc>
              <a:buFont typeface="Arial"/>
              <a:buChar char="•"/>
            </a:pP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That makes it harder t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o 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sp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ot patterns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,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understand what is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 a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ffe</a:t>
            </a:r>
            <a:r>
              <a:rPr lang="en-US" sz="2781" b="1" u="none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ctin</a:t>
            </a:r>
            <a:r>
              <a:rPr lang="en-US" sz="2781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g symptoms, and share a clear history with healthcare professionals.</a:t>
            </a:r>
          </a:p>
          <a:p>
            <a:pPr marL="624496" lvl="2" indent="-208165" algn="just">
              <a:lnSpc>
                <a:spcPts val="3397"/>
              </a:lnSpc>
            </a:pPr>
            <a:endParaRPr lang="en-US" sz="2781" b="1">
              <a:solidFill>
                <a:srgbClr val="D8B6A4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96" cy="512064"/>
            <a:chOff x="0" y="0"/>
            <a:chExt cx="2858262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92238" y="274863"/>
            <a:ext cx="1845659" cy="454533"/>
            <a:chOff x="0" y="0"/>
            <a:chExt cx="2460879" cy="6060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60879" cy="606044"/>
            </a:xfrm>
            <a:custGeom>
              <a:avLst/>
              <a:gdLst/>
              <a:ahLst/>
              <a:cxnLst/>
              <a:rect l="l" t="t" r="r" b="b"/>
              <a:pathLst>
                <a:path w="2460879" h="606044">
                  <a:moveTo>
                    <a:pt x="0" y="47879"/>
                  </a:moveTo>
                  <a:cubicBezTo>
                    <a:pt x="0" y="21463"/>
                    <a:pt x="20955" y="0"/>
                    <a:pt x="46609" y="0"/>
                  </a:cubicBezTo>
                  <a:lnTo>
                    <a:pt x="2414270" y="0"/>
                  </a:lnTo>
                  <a:cubicBezTo>
                    <a:pt x="2440178" y="0"/>
                    <a:pt x="2460879" y="21463"/>
                    <a:pt x="2460879" y="47879"/>
                  </a:cubicBezTo>
                  <a:lnTo>
                    <a:pt x="2460879" y="558165"/>
                  </a:lnTo>
                  <a:cubicBezTo>
                    <a:pt x="2460879" y="584581"/>
                    <a:pt x="2439924" y="606044"/>
                    <a:pt x="2414270" y="606044"/>
                  </a:cubicBezTo>
                  <a:lnTo>
                    <a:pt x="46609" y="606044"/>
                  </a:lnTo>
                  <a:cubicBezTo>
                    <a:pt x="20955" y="606044"/>
                    <a:pt x="0" y="584454"/>
                    <a:pt x="0" y="55816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54" b="-28956"/>
              </a:stretch>
            </a:blipFill>
            <a:ln w="9526" cap="sq">
              <a:solidFill>
                <a:srgbClr val="C49F8C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45399" y="352706"/>
            <a:ext cx="2396128" cy="289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700">
                <a:solidFill>
                  <a:srgbClr val="C49F8C"/>
                </a:solidFill>
                <a:latin typeface="Arimo"/>
                <a:ea typeface="Arimo"/>
                <a:cs typeface="Arimo"/>
                <a:sym typeface="Arimo"/>
              </a:rPr>
              <a:t>MOTIVATION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51871"/>
            <a:ext cx="16303523" cy="89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Five Reasons This App Matters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3532880"/>
            <a:ext cx="5298577" cy="47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43"/>
              </a:lnSpc>
            </a:pPr>
            <a:r>
              <a:rPr lang="en-US" sz="2999" b="1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Better Self-Monitoring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3917309"/>
            <a:ext cx="5298577" cy="432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10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Helps to keep records of sweating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290815" y="2831754"/>
            <a:ext cx="5706237" cy="5706237"/>
            <a:chOff x="0" y="0"/>
            <a:chExt cx="7608316" cy="7608316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6" name="Freeform 16" descr="preencoded.png"/>
          <p:cNvSpPr/>
          <p:nvPr/>
        </p:nvSpPr>
        <p:spPr>
          <a:xfrm>
            <a:off x="7755731" y="4621711"/>
            <a:ext cx="398707" cy="398707"/>
          </a:xfrm>
          <a:custGeom>
            <a:avLst/>
            <a:gdLst/>
            <a:ahLst/>
            <a:cxnLst/>
            <a:rect l="l" t="t" r="r" b="b"/>
            <a:pathLst>
              <a:path w="398707" h="398707">
                <a:moveTo>
                  <a:pt x="0" y="0"/>
                </a:moveTo>
                <a:lnTo>
                  <a:pt x="398707" y="0"/>
                </a:lnTo>
                <a:lnTo>
                  <a:pt x="398707" y="398707"/>
                </a:lnTo>
                <a:lnTo>
                  <a:pt x="0" y="39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5475" b="-1547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231879" y="2592265"/>
            <a:ext cx="5298729" cy="47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Data-Driven 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31879" y="3012212"/>
            <a:ext cx="5298729" cy="432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Converts data into graph and statistics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290815" y="2831754"/>
            <a:ext cx="5706237" cy="5706237"/>
            <a:chOff x="0" y="0"/>
            <a:chExt cx="7608316" cy="7608316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1" name="Freeform 21" descr="preencoded.png"/>
          <p:cNvSpPr/>
          <p:nvPr/>
        </p:nvSpPr>
        <p:spPr>
          <a:xfrm>
            <a:off x="9398498" y="4087863"/>
            <a:ext cx="398707" cy="398707"/>
          </a:xfrm>
          <a:custGeom>
            <a:avLst/>
            <a:gdLst/>
            <a:ahLst/>
            <a:cxnLst/>
            <a:rect l="l" t="t" r="r" b="b"/>
            <a:pathLst>
              <a:path w="398707" h="398707">
                <a:moveTo>
                  <a:pt x="0" y="0"/>
                </a:moveTo>
                <a:lnTo>
                  <a:pt x="398707" y="0"/>
                </a:lnTo>
                <a:lnTo>
                  <a:pt x="398707" y="398707"/>
                </a:lnTo>
                <a:lnTo>
                  <a:pt x="0" y="39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89" r="-119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398512" y="4890664"/>
            <a:ext cx="4731696" cy="47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Pattern Identification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98512" y="5316092"/>
            <a:ext cx="4731696" cy="870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Identify patterns during stress or exercise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290815" y="2831754"/>
            <a:ext cx="5706237" cy="5706237"/>
            <a:chOff x="0" y="0"/>
            <a:chExt cx="7608316" cy="7608316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6" name="Freeform 26" descr="preencoded.png"/>
          <p:cNvSpPr/>
          <p:nvPr/>
        </p:nvSpPr>
        <p:spPr>
          <a:xfrm>
            <a:off x="10413806" y="5485362"/>
            <a:ext cx="398707" cy="398707"/>
          </a:xfrm>
          <a:custGeom>
            <a:avLst/>
            <a:gdLst/>
            <a:ahLst/>
            <a:cxnLst/>
            <a:rect l="l" t="t" r="r" b="b"/>
            <a:pathLst>
              <a:path w="398707" h="398707">
                <a:moveTo>
                  <a:pt x="0" y="0"/>
                </a:moveTo>
                <a:lnTo>
                  <a:pt x="398707" y="0"/>
                </a:lnTo>
                <a:lnTo>
                  <a:pt x="398707" y="398707"/>
                </a:lnTo>
                <a:lnTo>
                  <a:pt x="0" y="39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189" b="-1192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473620" y="7727785"/>
            <a:ext cx="5298729" cy="47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Healthcare Communication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73620" y="8151647"/>
            <a:ext cx="5298729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8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Generates organised professional reports</a:t>
            </a:r>
          </a:p>
          <a:p>
            <a:pPr algn="l">
              <a:lnSpc>
                <a:spcPts val="3510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of user history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290815" y="2831754"/>
            <a:ext cx="5706237" cy="5706237"/>
            <a:chOff x="0" y="0"/>
            <a:chExt cx="7608316" cy="7608316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9398498" y="6882851"/>
            <a:ext cx="398707" cy="398707"/>
          </a:xfrm>
          <a:custGeom>
            <a:avLst/>
            <a:gdLst/>
            <a:ahLst/>
            <a:cxnLst/>
            <a:rect l="l" t="t" r="r" b="b"/>
            <a:pathLst>
              <a:path w="398707" h="398707">
                <a:moveTo>
                  <a:pt x="0" y="0"/>
                </a:moveTo>
                <a:lnTo>
                  <a:pt x="398707" y="0"/>
                </a:lnTo>
                <a:lnTo>
                  <a:pt x="398707" y="398707"/>
                </a:lnTo>
                <a:lnTo>
                  <a:pt x="0" y="39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5475" b="-15475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992238" y="6598596"/>
            <a:ext cx="5298577" cy="47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43"/>
              </a:lnSpc>
            </a:pPr>
            <a:r>
              <a:rPr lang="en-US" sz="2999" b="1">
                <a:solidFill>
                  <a:srgbClr val="C9C2C0"/>
                </a:solidFill>
                <a:latin typeface="Arimo Bold"/>
                <a:ea typeface="Arimo Bold"/>
                <a:cs typeface="Arimo Bold"/>
                <a:sym typeface="Arimo Bold"/>
              </a:rPr>
              <a:t>Technology for Healthcare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2238" y="6940417"/>
            <a:ext cx="5298577" cy="432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10"/>
              </a:lnSpc>
            </a:pPr>
            <a:r>
              <a:rPr lang="en-US" sz="2199">
                <a:solidFill>
                  <a:srgbClr val="C9C2C0"/>
                </a:solidFill>
                <a:latin typeface="Arimo"/>
                <a:ea typeface="Arimo"/>
                <a:cs typeface="Arimo"/>
                <a:sym typeface="Arimo"/>
              </a:rPr>
              <a:t>How SE is applied on Healthcare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290815" y="2831754"/>
            <a:ext cx="5706237" cy="5706237"/>
            <a:chOff x="0" y="0"/>
            <a:chExt cx="7608316" cy="7608316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36" name="Freeform 36" descr="preencoded.png"/>
          <p:cNvSpPr/>
          <p:nvPr/>
        </p:nvSpPr>
        <p:spPr>
          <a:xfrm>
            <a:off x="7755731" y="6349013"/>
            <a:ext cx="398707" cy="398707"/>
          </a:xfrm>
          <a:custGeom>
            <a:avLst/>
            <a:gdLst/>
            <a:ahLst/>
            <a:cxnLst/>
            <a:rect l="l" t="t" r="r" b="b"/>
            <a:pathLst>
              <a:path w="398707" h="398707">
                <a:moveTo>
                  <a:pt x="0" y="0"/>
                </a:moveTo>
                <a:lnTo>
                  <a:pt x="398707" y="0"/>
                </a:lnTo>
                <a:lnTo>
                  <a:pt x="398707" y="398707"/>
                </a:lnTo>
                <a:lnTo>
                  <a:pt x="0" y="398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189" r="-1192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992238" y="9433093"/>
            <a:ext cx="17217923" cy="76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199" i="1">
                <a:solidFill>
                  <a:srgbClr val="C9C2C0"/>
                </a:solidFill>
                <a:latin typeface="Arimo Italics"/>
                <a:ea typeface="Arimo Italics"/>
                <a:cs typeface="Arimo Italics"/>
                <a:sym typeface="Arimo Italics"/>
              </a:rPr>
              <a:t>Software Engineering Project | Hyperhidrosis Monitoring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2D2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96" cy="512064"/>
            <a:chOff x="0" y="0"/>
            <a:chExt cx="2858262" cy="682752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434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35751" y="796292"/>
            <a:ext cx="2684907" cy="447675"/>
            <a:chOff x="0" y="0"/>
            <a:chExt cx="3579876" cy="59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79876" cy="596900"/>
            </a:xfrm>
            <a:custGeom>
              <a:avLst/>
              <a:gdLst/>
              <a:ahLst/>
              <a:cxnLst/>
              <a:rect l="l" t="t" r="r" b="b"/>
              <a:pathLst>
                <a:path w="3579876" h="596900">
                  <a:moveTo>
                    <a:pt x="0" y="47244"/>
                  </a:moveTo>
                  <a:cubicBezTo>
                    <a:pt x="0" y="21336"/>
                    <a:pt x="20320" y="0"/>
                    <a:pt x="45466" y="0"/>
                  </a:cubicBezTo>
                  <a:lnTo>
                    <a:pt x="3534410" y="0"/>
                  </a:lnTo>
                  <a:cubicBezTo>
                    <a:pt x="3559556" y="0"/>
                    <a:pt x="3579876" y="21336"/>
                    <a:pt x="3579876" y="47244"/>
                  </a:cubicBezTo>
                  <a:lnTo>
                    <a:pt x="3579876" y="549656"/>
                  </a:lnTo>
                  <a:cubicBezTo>
                    <a:pt x="3579876" y="575691"/>
                    <a:pt x="3559556" y="596900"/>
                    <a:pt x="3534410" y="596900"/>
                  </a:cubicBezTo>
                  <a:lnTo>
                    <a:pt x="45466" y="596900"/>
                  </a:lnTo>
                  <a:cubicBezTo>
                    <a:pt x="20320" y="596646"/>
                    <a:pt x="0" y="575564"/>
                    <a:pt x="0" y="54965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6617" b="-66617"/>
              </a:stretch>
            </a:blipFill>
            <a:ln w="9526" cap="sq">
              <a:solidFill>
                <a:srgbClr val="C49F8C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815130" y="876569"/>
            <a:ext cx="2526149" cy="277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799">
                <a:solidFill>
                  <a:srgbClr val="C49F8C"/>
                </a:solidFill>
                <a:latin typeface="Arimo"/>
                <a:ea typeface="Arimo"/>
                <a:cs typeface="Arimo"/>
                <a:sym typeface="Arimo"/>
              </a:rPr>
              <a:t>PROPOSED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5751" y="1264715"/>
            <a:ext cx="16303523" cy="890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2"/>
              </a:lnSpc>
            </a:pPr>
            <a:r>
              <a:rPr lang="en-US" sz="5499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 &amp; Data Flow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1471" y="3022042"/>
            <a:ext cx="16925058" cy="6236258"/>
            <a:chOff x="0" y="0"/>
            <a:chExt cx="21190966" cy="780808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21190965" cy="7808087"/>
            </a:xfrm>
            <a:custGeom>
              <a:avLst/>
              <a:gdLst/>
              <a:ahLst/>
              <a:cxnLst/>
              <a:rect l="l" t="t" r="r" b="b"/>
              <a:pathLst>
                <a:path w="21190965" h="7808087">
                  <a:moveTo>
                    <a:pt x="0" y="0"/>
                  </a:moveTo>
                  <a:lnTo>
                    <a:pt x="21190965" y="0"/>
                  </a:lnTo>
                  <a:lnTo>
                    <a:pt x="21190965" y="7808087"/>
                  </a:lnTo>
                  <a:lnTo>
                    <a:pt x="0" y="780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6376" b="-26376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92238" y="11046466"/>
            <a:ext cx="17217923" cy="22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i="1">
                <a:solidFill>
                  <a:srgbClr val="C9C2C0"/>
                </a:solidFill>
                <a:latin typeface="Arimo Italics"/>
                <a:ea typeface="Arimo Italics"/>
                <a:cs typeface="Arimo Italics"/>
                <a:sym typeface="Arimo Italics"/>
              </a:rPr>
              <a:t>Software Engineering Project | Hyperhidrosis Monitoring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4431" y="1028700"/>
            <a:ext cx="8749569" cy="5049518"/>
          </a:xfrm>
          <a:custGeom>
            <a:avLst/>
            <a:gdLst/>
            <a:ahLst/>
            <a:cxnLst/>
            <a:rect l="l" t="t" r="r" b="b"/>
            <a:pathLst>
              <a:path w="8749569" h="5049518">
                <a:moveTo>
                  <a:pt x="0" y="0"/>
                </a:moveTo>
                <a:lnTo>
                  <a:pt x="8749569" y="0"/>
                </a:lnTo>
                <a:lnTo>
                  <a:pt x="8749569" y="5049518"/>
                </a:lnTo>
                <a:lnTo>
                  <a:pt x="0" y="5049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" r="-1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4287605"/>
            <a:ext cx="9036904" cy="5702325"/>
          </a:xfrm>
          <a:custGeom>
            <a:avLst/>
            <a:gdLst/>
            <a:ahLst/>
            <a:cxnLst/>
            <a:rect l="l" t="t" r="r" b="b"/>
            <a:pathLst>
              <a:path w="9036904" h="5702325">
                <a:moveTo>
                  <a:pt x="0" y="0"/>
                </a:moveTo>
                <a:lnTo>
                  <a:pt x="9036904" y="0"/>
                </a:lnTo>
                <a:lnTo>
                  <a:pt x="9036904" y="5702325"/>
                </a:lnTo>
                <a:lnTo>
                  <a:pt x="0" y="5702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46" r="-124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10670" y="138149"/>
            <a:ext cx="16303523" cy="89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2"/>
              </a:lnSpc>
            </a:pPr>
            <a:r>
              <a:rPr lang="en-US" sz="5499" b="1">
                <a:solidFill>
                  <a:srgbClr val="D8B6A4"/>
                </a:solidFill>
                <a:latin typeface="Arimo Bold"/>
                <a:ea typeface="Arimo Bold"/>
                <a:cs typeface="Arimo Bold"/>
                <a:sym typeface="Arimo Bold"/>
              </a:rPr>
              <a:t>Output: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4750" y="490624"/>
            <a:ext cx="8119250" cy="4731158"/>
          </a:xfrm>
          <a:custGeom>
            <a:avLst/>
            <a:gdLst/>
            <a:ahLst/>
            <a:cxnLst/>
            <a:rect l="l" t="t" r="r" b="b"/>
            <a:pathLst>
              <a:path w="8119250" h="4731158">
                <a:moveTo>
                  <a:pt x="0" y="0"/>
                </a:moveTo>
                <a:lnTo>
                  <a:pt x="8119250" y="0"/>
                </a:lnTo>
                <a:lnTo>
                  <a:pt x="8119250" y="4731158"/>
                </a:lnTo>
                <a:lnTo>
                  <a:pt x="0" y="473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69" b="-17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4750" y="5221782"/>
            <a:ext cx="8119250" cy="4598132"/>
          </a:xfrm>
          <a:custGeom>
            <a:avLst/>
            <a:gdLst/>
            <a:ahLst/>
            <a:cxnLst/>
            <a:rect l="l" t="t" r="r" b="b"/>
            <a:pathLst>
              <a:path w="8119250" h="4598132">
                <a:moveTo>
                  <a:pt x="0" y="0"/>
                </a:moveTo>
                <a:lnTo>
                  <a:pt x="8119250" y="0"/>
                </a:lnTo>
                <a:lnTo>
                  <a:pt x="8119250" y="4598132"/>
                </a:lnTo>
                <a:lnTo>
                  <a:pt x="0" y="4598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80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78641" y="490624"/>
            <a:ext cx="7180659" cy="9329290"/>
          </a:xfrm>
          <a:custGeom>
            <a:avLst/>
            <a:gdLst/>
            <a:ahLst/>
            <a:cxnLst/>
            <a:rect l="l" t="t" r="r" b="b"/>
            <a:pathLst>
              <a:path w="7180659" h="9329290">
                <a:moveTo>
                  <a:pt x="0" y="0"/>
                </a:moveTo>
                <a:lnTo>
                  <a:pt x="7180659" y="0"/>
                </a:lnTo>
                <a:lnTo>
                  <a:pt x="7180659" y="9329290"/>
                </a:lnTo>
                <a:lnTo>
                  <a:pt x="0" y="9329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2753" y="3162300"/>
            <a:ext cx="12702493" cy="3359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216"/>
              </a:lnSpc>
            </a:pPr>
            <a:r>
              <a:rPr lang="en-US" sz="18726" dirty="0">
                <a:solidFill>
                  <a:srgbClr val="FFFFFF"/>
                </a:solidFill>
                <a:latin typeface="Brittany"/>
                <a:ea typeface="Brittany"/>
                <a:cs typeface="Brittany"/>
                <a:sym typeface="Brittany"/>
              </a:rPr>
              <a:t>Thank You...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Custom</PresentationFormat>
  <Paragraphs>72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Arimo Bold</vt:lpstr>
      <vt:lpstr>Brittany</vt:lpstr>
      <vt:lpstr>Arial</vt:lpstr>
      <vt:lpstr>Arimo Italics</vt:lpstr>
      <vt:lpstr>Arimo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Hyperhidersis project .pptx</dc:title>
  <cp:lastModifiedBy>aditya rajput</cp:lastModifiedBy>
  <cp:revision>2</cp:revision>
  <dcterms:created xsi:type="dcterms:W3CDTF">2006-08-16T00:00:00Z</dcterms:created>
  <dcterms:modified xsi:type="dcterms:W3CDTF">2026-09-13T19:50:42Z</dcterms:modified>
  <dc:identifier>DAHR1Esa22A</dc:identifier>
</cp:coreProperties>
</file>