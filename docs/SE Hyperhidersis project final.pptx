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mo" charset="1" panose="020B0604020202020204"/>
      <p:regular r:id="rId16"/>
    </p:embeddedFont>
    <p:embeddedFont>
      <p:font typeface="Arimo Bold" charset="1" panose="020B0704020202020204"/>
      <p:regular r:id="rId18"/>
    </p:embeddedFont>
    <p:embeddedFont>
      <p:font typeface="Arimo Italics" charset="1" panose="020B0604020202090204"/>
      <p:regular r:id="rId19"/>
    </p:embeddedFont>
    <p:embeddedFont>
      <p:font typeface="Brittany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3.jpe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3.jpe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96" cy="512064"/>
            <a:chOff x="0" y="0"/>
            <a:chExt cx="2858262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2" r="0" b="-17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2828763"/>
            <a:ext cx="9954882" cy="286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6"/>
              </a:lnSpc>
            </a:pPr>
            <a:r>
              <a:rPr lang="en-US" sz="8747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Hyperhidrosis Monitoring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5934" y="8721214"/>
            <a:ext cx="2879303" cy="8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199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Aditya Rajput</a:t>
            </a:r>
          </a:p>
          <a:p>
            <a:pPr algn="l">
              <a:lnSpc>
                <a:spcPts val="3509"/>
              </a:lnSpc>
            </a:pPr>
            <a:r>
              <a:rPr lang="en-US" sz="2199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Prabhkirat Kaur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62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96" cy="512064"/>
            <a:chOff x="0" y="0"/>
            <a:chExt cx="2858262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5128" y="266119"/>
            <a:ext cx="2931319" cy="478346"/>
            <a:chOff x="0" y="0"/>
            <a:chExt cx="3908425" cy="6377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08425" cy="637794"/>
            </a:xfrm>
            <a:custGeom>
              <a:avLst/>
              <a:gdLst/>
              <a:ahLst/>
              <a:cxnLst/>
              <a:rect r="r" b="b" t="t" l="l"/>
              <a:pathLst>
                <a:path h="637794" w="3908425">
                  <a:moveTo>
                    <a:pt x="0" y="50546"/>
                  </a:moveTo>
                  <a:cubicBezTo>
                    <a:pt x="0" y="22733"/>
                    <a:pt x="21463" y="0"/>
                    <a:pt x="48006" y="0"/>
                  </a:cubicBezTo>
                  <a:lnTo>
                    <a:pt x="3860419" y="0"/>
                  </a:lnTo>
                  <a:cubicBezTo>
                    <a:pt x="3886962" y="0"/>
                    <a:pt x="3908425" y="22733"/>
                    <a:pt x="3908425" y="50546"/>
                  </a:cubicBezTo>
                  <a:lnTo>
                    <a:pt x="3908425" y="587248"/>
                  </a:lnTo>
                  <a:cubicBezTo>
                    <a:pt x="3908425" y="615061"/>
                    <a:pt x="3886962" y="637794"/>
                    <a:pt x="3860419" y="637794"/>
                  </a:cubicBezTo>
                  <a:lnTo>
                    <a:pt x="48006" y="637794"/>
                  </a:lnTo>
                  <a:cubicBezTo>
                    <a:pt x="21463" y="637540"/>
                    <a:pt x="0" y="614934"/>
                    <a:pt x="0" y="587248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072" r="0" b="-69072"/>
              </a:stretch>
            </a:blipFill>
            <a:ln w="9526" cap="sq">
              <a:solidFill>
                <a:srgbClr val="C49F8C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136818" y="361388"/>
            <a:ext cx="2707929" cy="287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1899">
                <a:solidFill>
                  <a:srgbClr val="C49F8C"/>
                </a:solidFill>
                <a:latin typeface="Arimo"/>
                <a:ea typeface="Arimo"/>
                <a:cs typeface="Arimo"/>
                <a:sym typeface="Arimo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26593"/>
            <a:ext cx="16160658" cy="947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2"/>
              </a:lnSpc>
            </a:pPr>
            <a:r>
              <a:rPr lang="en-US" sz="5498" b="true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Why Current Tracking Falls Short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1200" y="1739960"/>
            <a:ext cx="7949022" cy="7949022"/>
            <a:chOff x="0" y="0"/>
            <a:chExt cx="10598696" cy="10598696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0598658" cy="10598658"/>
            </a:xfrm>
            <a:custGeom>
              <a:avLst/>
              <a:gdLst/>
              <a:ahLst/>
              <a:cxnLst/>
              <a:rect r="r" b="b" t="t" l="l"/>
              <a:pathLst>
                <a:path h="10598658" w="10598658">
                  <a:moveTo>
                    <a:pt x="0" y="0"/>
                  </a:moveTo>
                  <a:lnTo>
                    <a:pt x="10598658" y="0"/>
                  </a:lnTo>
                  <a:lnTo>
                    <a:pt x="10598658" y="10598658"/>
                  </a:lnTo>
                  <a:lnTo>
                    <a:pt x="0" y="10598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2238" y="11378803"/>
            <a:ext cx="17217923" cy="246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i="true">
                <a:solidFill>
                  <a:srgbClr val="C9C2C0"/>
                </a:solidFill>
                <a:latin typeface="Arimo Italics"/>
                <a:ea typeface="Arimo Italics"/>
                <a:cs typeface="Arimo Italics"/>
                <a:sym typeface="Arimo Italics"/>
              </a:rPr>
              <a:t>Software Engineering Project | Hyperhidrosis Monitoring App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3659" y="3218393"/>
            <a:ext cx="8635365" cy="425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5744" indent="-211915" lvl="2">
              <a:lnSpc>
                <a:spcPts val="3334"/>
              </a:lnSpc>
              <a:buFont typeface="Arial"/>
              <a:buChar char="⚬"/>
            </a:pPr>
            <a:r>
              <a:rPr lang="en-US" b="true" sz="2781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Hyperhidrosis is often difficult to track consistently without one central digital tool. Episodes, triggers, and severity quickly get lost across notes, memory, and messages.</a:t>
            </a:r>
          </a:p>
          <a:p>
            <a:pPr algn="l" marL="635744" indent="-211915" lvl="2">
              <a:lnSpc>
                <a:spcPts val="3334"/>
              </a:lnSpc>
            </a:pPr>
          </a:p>
          <a:p>
            <a:pPr algn="l" marL="635744" indent="-211915" lvl="2">
              <a:lnSpc>
                <a:spcPts val="3336"/>
              </a:lnSpc>
              <a:buFont typeface="Arial"/>
              <a:buChar char="⚬"/>
            </a:pPr>
            <a:r>
              <a:rPr lang="en-US" b="true" sz="2781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That makes it harder to spot patterns, understand what is affecting symptoms, and share a clear history with healthcare professionals.</a:t>
            </a:r>
          </a:p>
          <a:p>
            <a:pPr algn="just" marL="635744" indent="-211915" lvl="2">
              <a:lnSpc>
                <a:spcPts val="339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96" cy="512064"/>
            <a:chOff x="0" y="0"/>
            <a:chExt cx="2858262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88666" y="271291"/>
            <a:ext cx="1852803" cy="461677"/>
            <a:chOff x="0" y="0"/>
            <a:chExt cx="2470404" cy="6155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70404" cy="615569"/>
            </a:xfrm>
            <a:custGeom>
              <a:avLst/>
              <a:gdLst/>
              <a:ahLst/>
              <a:cxnLst/>
              <a:rect r="r" b="b" t="t" l="l"/>
              <a:pathLst>
                <a:path h="615569" w="2470404">
                  <a:moveTo>
                    <a:pt x="0" y="48641"/>
                  </a:moveTo>
                  <a:cubicBezTo>
                    <a:pt x="0" y="21844"/>
                    <a:pt x="21082" y="0"/>
                    <a:pt x="46736" y="0"/>
                  </a:cubicBezTo>
                  <a:lnTo>
                    <a:pt x="2423668" y="0"/>
                  </a:lnTo>
                  <a:cubicBezTo>
                    <a:pt x="2449703" y="0"/>
                    <a:pt x="2470404" y="21844"/>
                    <a:pt x="2470404" y="48641"/>
                  </a:cubicBezTo>
                  <a:lnTo>
                    <a:pt x="2470404" y="566928"/>
                  </a:lnTo>
                  <a:cubicBezTo>
                    <a:pt x="2470404" y="593725"/>
                    <a:pt x="2449322" y="615569"/>
                    <a:pt x="2423668" y="615569"/>
                  </a:cubicBezTo>
                  <a:lnTo>
                    <a:pt x="46736" y="615569"/>
                  </a:lnTo>
                  <a:cubicBezTo>
                    <a:pt x="21082" y="615569"/>
                    <a:pt x="0" y="593598"/>
                    <a:pt x="0" y="566928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980" r="0" b="-27978"/>
              </a:stretch>
            </a:blipFill>
            <a:ln w="9526" cap="sq">
              <a:solidFill>
                <a:srgbClr val="C49F8C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45403" y="343186"/>
            <a:ext cx="2396128" cy="298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700">
                <a:solidFill>
                  <a:srgbClr val="C49F8C"/>
                </a:solidFill>
                <a:latin typeface="Arimo"/>
                <a:ea typeface="Arimo"/>
                <a:cs typeface="Arimo"/>
                <a:sym typeface="Arimo"/>
              </a:rPr>
              <a:t>MOTIVATION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94725"/>
            <a:ext cx="16303523" cy="94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8" b="true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Five Reasons This App Matters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3504305"/>
            <a:ext cx="5298577" cy="50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42"/>
              </a:lnSpc>
            </a:pPr>
            <a:r>
              <a:rPr lang="en-US" sz="2999" b="true">
                <a:solidFill>
                  <a:srgbClr val="C9C2C0"/>
                </a:solidFill>
                <a:latin typeface="Arimo Bold"/>
                <a:ea typeface="Arimo Bold"/>
                <a:cs typeface="Arimo Bold"/>
                <a:sym typeface="Arimo Bold"/>
              </a:rPr>
              <a:t>Better Self-Monitoring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3812534"/>
            <a:ext cx="5298577" cy="53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9"/>
              </a:lnSpc>
            </a:pPr>
            <a:r>
              <a:rPr lang="en-US" sz="2199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Helps to keep records of sweating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290815" y="2831754"/>
            <a:ext cx="5706237" cy="5706237"/>
            <a:chOff x="0" y="0"/>
            <a:chExt cx="7608316" cy="7608316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755731" y="4621711"/>
            <a:ext cx="398707" cy="398707"/>
            <a:chOff x="0" y="0"/>
            <a:chExt cx="531609" cy="531609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531622" cy="531622"/>
            </a:xfrm>
            <a:custGeom>
              <a:avLst/>
              <a:gdLst/>
              <a:ahLst/>
              <a:cxnLst/>
              <a:rect r="r" b="b" t="t" l="l"/>
              <a:pathLst>
                <a:path h="531622" w="531622">
                  <a:moveTo>
                    <a:pt x="0" y="0"/>
                  </a:moveTo>
                  <a:lnTo>
                    <a:pt x="531622" y="0"/>
                  </a:lnTo>
                  <a:lnTo>
                    <a:pt x="531622" y="531622"/>
                  </a:lnTo>
                  <a:lnTo>
                    <a:pt x="0" y="531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231880" y="2563692"/>
            <a:ext cx="5298729" cy="50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2"/>
              </a:lnSpc>
            </a:pPr>
            <a:r>
              <a:rPr lang="en-US" sz="2999" b="true">
                <a:solidFill>
                  <a:srgbClr val="C9C2C0"/>
                </a:solidFill>
                <a:latin typeface="Arimo Bold"/>
                <a:ea typeface="Arimo Bold"/>
                <a:cs typeface="Arimo Bold"/>
                <a:sym typeface="Arimo Bold"/>
              </a:rPr>
              <a:t>Data-Driven Insights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31880" y="2907440"/>
            <a:ext cx="5298729" cy="53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199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Converts data into graph and statistics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290815" y="2831754"/>
            <a:ext cx="5706237" cy="5706237"/>
            <a:chOff x="0" y="0"/>
            <a:chExt cx="7608316" cy="7608316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398498" y="4087863"/>
            <a:ext cx="398707" cy="398707"/>
            <a:chOff x="0" y="0"/>
            <a:chExt cx="531609" cy="531609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531622" cy="531622"/>
            </a:xfrm>
            <a:custGeom>
              <a:avLst/>
              <a:gdLst/>
              <a:ahLst/>
              <a:cxnLst/>
              <a:rect r="r" b="b" t="t" l="l"/>
              <a:pathLst>
                <a:path h="531622" w="531622">
                  <a:moveTo>
                    <a:pt x="0" y="0"/>
                  </a:moveTo>
                  <a:lnTo>
                    <a:pt x="531622" y="0"/>
                  </a:lnTo>
                  <a:lnTo>
                    <a:pt x="531622" y="531622"/>
                  </a:lnTo>
                  <a:lnTo>
                    <a:pt x="0" y="531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398512" y="4862093"/>
            <a:ext cx="4731696" cy="50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2"/>
              </a:lnSpc>
            </a:pPr>
            <a:r>
              <a:rPr lang="en-US" sz="2999" b="true">
                <a:solidFill>
                  <a:srgbClr val="C9C2C0"/>
                </a:solidFill>
                <a:latin typeface="Arimo Bold"/>
                <a:ea typeface="Arimo Bold"/>
                <a:cs typeface="Arimo Bold"/>
                <a:sym typeface="Arimo Bold"/>
              </a:rPr>
              <a:t>Pattern Identification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98512" y="5211318"/>
            <a:ext cx="4731696" cy="97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199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Identify patterns during stress or exercise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290815" y="2831754"/>
            <a:ext cx="5706237" cy="5706237"/>
            <a:chOff x="0" y="0"/>
            <a:chExt cx="7608316" cy="7608316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413806" y="5485362"/>
            <a:ext cx="398707" cy="398707"/>
            <a:chOff x="0" y="0"/>
            <a:chExt cx="531609" cy="531609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531622" cy="531622"/>
            </a:xfrm>
            <a:custGeom>
              <a:avLst/>
              <a:gdLst/>
              <a:ahLst/>
              <a:cxnLst/>
              <a:rect r="r" b="b" t="t" l="l"/>
              <a:pathLst>
                <a:path h="531622" w="531622">
                  <a:moveTo>
                    <a:pt x="0" y="0"/>
                  </a:moveTo>
                  <a:lnTo>
                    <a:pt x="531622" y="0"/>
                  </a:lnTo>
                  <a:lnTo>
                    <a:pt x="531622" y="531622"/>
                  </a:lnTo>
                  <a:lnTo>
                    <a:pt x="0" y="531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473624" y="7699210"/>
            <a:ext cx="5298729" cy="50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2"/>
              </a:lnSpc>
            </a:pPr>
            <a:r>
              <a:rPr lang="en-US" sz="2999" b="true">
                <a:solidFill>
                  <a:srgbClr val="C9C2C0"/>
                </a:solidFill>
                <a:latin typeface="Arimo Bold"/>
                <a:ea typeface="Arimo Bold"/>
                <a:cs typeface="Arimo Bold"/>
                <a:sym typeface="Arimo Bold"/>
              </a:rPr>
              <a:t>Healthcare Communication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73624" y="8046872"/>
            <a:ext cx="5298729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199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Generates organised professional reports</a:t>
            </a:r>
          </a:p>
          <a:p>
            <a:pPr algn="l">
              <a:lnSpc>
                <a:spcPts val="3509"/>
              </a:lnSpc>
            </a:pPr>
            <a:r>
              <a:rPr lang="en-US" sz="2199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of user history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290815" y="2831754"/>
            <a:ext cx="5706237" cy="5706237"/>
            <a:chOff x="0" y="0"/>
            <a:chExt cx="7608316" cy="7608316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398498" y="6882851"/>
            <a:ext cx="398707" cy="398707"/>
            <a:chOff x="0" y="0"/>
            <a:chExt cx="531609" cy="531609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531622" cy="531622"/>
            </a:xfrm>
            <a:custGeom>
              <a:avLst/>
              <a:gdLst/>
              <a:ahLst/>
              <a:cxnLst/>
              <a:rect r="r" b="b" t="t" l="l"/>
              <a:pathLst>
                <a:path h="531622" w="531622">
                  <a:moveTo>
                    <a:pt x="0" y="0"/>
                  </a:moveTo>
                  <a:lnTo>
                    <a:pt x="531622" y="0"/>
                  </a:lnTo>
                  <a:lnTo>
                    <a:pt x="531622" y="531622"/>
                  </a:lnTo>
                  <a:lnTo>
                    <a:pt x="0" y="531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92238" y="6570021"/>
            <a:ext cx="5298577" cy="50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42"/>
              </a:lnSpc>
            </a:pPr>
            <a:r>
              <a:rPr lang="en-US" sz="2999" b="true">
                <a:solidFill>
                  <a:srgbClr val="C9C2C0"/>
                </a:solidFill>
                <a:latin typeface="Arimo Bold"/>
                <a:ea typeface="Arimo Bold"/>
                <a:cs typeface="Arimo Bold"/>
                <a:sym typeface="Arimo Bold"/>
              </a:rPr>
              <a:t>Technology for Healthcare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92238" y="6835645"/>
            <a:ext cx="5298577" cy="53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9"/>
              </a:lnSpc>
            </a:pPr>
            <a:r>
              <a:rPr lang="en-US" sz="2199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How SE is applied on Healthcare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290815" y="2831754"/>
            <a:ext cx="5706237" cy="5706237"/>
            <a:chOff x="0" y="0"/>
            <a:chExt cx="7608316" cy="7608316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755731" y="6349013"/>
            <a:ext cx="398707" cy="398707"/>
            <a:chOff x="0" y="0"/>
            <a:chExt cx="531609" cy="531609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531622" cy="531622"/>
            </a:xfrm>
            <a:custGeom>
              <a:avLst/>
              <a:gdLst/>
              <a:ahLst/>
              <a:cxnLst/>
              <a:rect r="r" b="b" t="t" l="l"/>
              <a:pathLst>
                <a:path h="531622" w="531622">
                  <a:moveTo>
                    <a:pt x="0" y="0"/>
                  </a:moveTo>
                  <a:lnTo>
                    <a:pt x="531622" y="0"/>
                  </a:lnTo>
                  <a:lnTo>
                    <a:pt x="531622" y="531622"/>
                  </a:lnTo>
                  <a:lnTo>
                    <a:pt x="0" y="531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92238" y="9328318"/>
            <a:ext cx="17217923" cy="87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199" i="true">
                <a:solidFill>
                  <a:srgbClr val="C9C2C0"/>
                </a:solidFill>
                <a:latin typeface="Arimo Italics"/>
                <a:ea typeface="Arimo Italics"/>
                <a:cs typeface="Arimo Italics"/>
                <a:sym typeface="Arimo Italics"/>
              </a:rPr>
              <a:t>Software Engineering Project | Hyperhidrosis Monitoring App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96" cy="512064"/>
            <a:chOff x="0" y="0"/>
            <a:chExt cx="2858262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2177" y="792718"/>
            <a:ext cx="2692051" cy="454819"/>
            <a:chOff x="0" y="0"/>
            <a:chExt cx="3589401" cy="6064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89401" cy="606425"/>
            </a:xfrm>
            <a:custGeom>
              <a:avLst/>
              <a:gdLst/>
              <a:ahLst/>
              <a:cxnLst/>
              <a:rect r="r" b="b" t="t" l="l"/>
              <a:pathLst>
                <a:path h="606425" w="3589401">
                  <a:moveTo>
                    <a:pt x="0" y="48006"/>
                  </a:moveTo>
                  <a:cubicBezTo>
                    <a:pt x="0" y="21717"/>
                    <a:pt x="20320" y="0"/>
                    <a:pt x="45593" y="0"/>
                  </a:cubicBezTo>
                  <a:lnTo>
                    <a:pt x="3543808" y="0"/>
                  </a:lnTo>
                  <a:cubicBezTo>
                    <a:pt x="3569081" y="0"/>
                    <a:pt x="3589401" y="21717"/>
                    <a:pt x="3589401" y="48006"/>
                  </a:cubicBezTo>
                  <a:lnTo>
                    <a:pt x="3589401" y="558419"/>
                  </a:lnTo>
                  <a:cubicBezTo>
                    <a:pt x="3589401" y="584835"/>
                    <a:pt x="3569081" y="606425"/>
                    <a:pt x="3543808" y="606425"/>
                  </a:cubicBezTo>
                  <a:lnTo>
                    <a:pt x="45593" y="606425"/>
                  </a:lnTo>
                  <a:cubicBezTo>
                    <a:pt x="20320" y="606171"/>
                    <a:pt x="0" y="584708"/>
                    <a:pt x="0" y="558419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009" r="0" b="-65009"/>
              </a:stretch>
            </a:blipFill>
            <a:ln w="9526" cap="sq">
              <a:solidFill>
                <a:srgbClr val="C49F8C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815130" y="867042"/>
            <a:ext cx="2526144" cy="28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799">
                <a:solidFill>
                  <a:srgbClr val="C49F8C"/>
                </a:solidFill>
                <a:latin typeface="Arimo"/>
                <a:ea typeface="Arimo"/>
                <a:cs typeface="Arimo"/>
                <a:sym typeface="Arimo"/>
              </a:rPr>
              <a:t>PROPOSED SOLUTION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5749" y="1207560"/>
            <a:ext cx="16303523" cy="94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1"/>
              </a:lnSpc>
            </a:pPr>
            <a:r>
              <a:rPr lang="en-US" sz="5498" b="true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System Architecture &amp; Data Flow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81476" y="3022044"/>
            <a:ext cx="16925058" cy="6236256"/>
            <a:chOff x="0" y="0"/>
            <a:chExt cx="22566744" cy="831500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2566757" cy="8315071"/>
            </a:xfrm>
            <a:custGeom>
              <a:avLst/>
              <a:gdLst/>
              <a:ahLst/>
              <a:cxnLst/>
              <a:rect r="r" b="b" t="t" l="l"/>
              <a:pathLst>
                <a:path h="8315071" w="22566757">
                  <a:moveTo>
                    <a:pt x="0" y="0"/>
                  </a:moveTo>
                  <a:lnTo>
                    <a:pt x="22566757" y="0"/>
                  </a:lnTo>
                  <a:lnTo>
                    <a:pt x="22566757" y="8315071"/>
                  </a:lnTo>
                  <a:lnTo>
                    <a:pt x="0" y="8315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376" r="0" b="-2637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2238" y="11027416"/>
            <a:ext cx="17217923" cy="246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i="true">
                <a:solidFill>
                  <a:srgbClr val="C9C2C0"/>
                </a:solidFill>
                <a:latin typeface="Arimo Italics"/>
                <a:ea typeface="Arimo Italics"/>
                <a:cs typeface="Arimo Italics"/>
                <a:sym typeface="Arimo Italics"/>
              </a:rPr>
              <a:t>Software Engineering Project | Hyperhidrosis Monitoring App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6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4430" y="1028700"/>
            <a:ext cx="8749570" cy="5049517"/>
            <a:chOff x="0" y="0"/>
            <a:chExt cx="11666093" cy="6732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66093" cy="6732651"/>
            </a:xfrm>
            <a:custGeom>
              <a:avLst/>
              <a:gdLst/>
              <a:ahLst/>
              <a:cxnLst/>
              <a:rect r="r" b="b" t="t" l="l"/>
              <a:pathLst>
                <a:path h="6732651" w="11666093">
                  <a:moveTo>
                    <a:pt x="0" y="0"/>
                  </a:moveTo>
                  <a:lnTo>
                    <a:pt x="11666093" y="0"/>
                  </a:lnTo>
                  <a:lnTo>
                    <a:pt x="11666093" y="6732651"/>
                  </a:lnTo>
                  <a:lnTo>
                    <a:pt x="0" y="6732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05" t="0" r="-100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0" y="4287603"/>
            <a:ext cx="9036901" cy="5702322"/>
            <a:chOff x="0" y="0"/>
            <a:chExt cx="12049201" cy="7603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049252" cy="7603109"/>
            </a:xfrm>
            <a:custGeom>
              <a:avLst/>
              <a:gdLst/>
              <a:ahLst/>
              <a:cxnLst/>
              <a:rect r="r" b="b" t="t" l="l"/>
              <a:pathLst>
                <a:path h="7603109" w="12049252">
                  <a:moveTo>
                    <a:pt x="0" y="0"/>
                  </a:moveTo>
                  <a:lnTo>
                    <a:pt x="12049252" y="0"/>
                  </a:lnTo>
                  <a:lnTo>
                    <a:pt x="12049252" y="7603109"/>
                  </a:lnTo>
                  <a:lnTo>
                    <a:pt x="0" y="7603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4" t="0" r="-1224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10673" y="81001"/>
            <a:ext cx="16303523" cy="94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1"/>
              </a:lnSpc>
            </a:pPr>
            <a:r>
              <a:rPr lang="en-US" sz="5498" b="true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Output: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6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4747" y="490623"/>
            <a:ext cx="8119253" cy="4731163"/>
            <a:chOff x="0" y="0"/>
            <a:chExt cx="10825670" cy="63082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25607" cy="6308217"/>
            </a:xfrm>
            <a:custGeom>
              <a:avLst/>
              <a:gdLst/>
              <a:ahLst/>
              <a:cxnLst/>
              <a:rect r="r" b="b" t="t" l="l"/>
              <a:pathLst>
                <a:path h="6308217" w="10825607">
                  <a:moveTo>
                    <a:pt x="0" y="0"/>
                  </a:moveTo>
                  <a:lnTo>
                    <a:pt x="10825607" y="0"/>
                  </a:lnTo>
                  <a:lnTo>
                    <a:pt x="10825607" y="6308217"/>
                  </a:lnTo>
                  <a:lnTo>
                    <a:pt x="0" y="6308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38" r="0" b="-173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4747" y="5221786"/>
            <a:ext cx="8119253" cy="4598137"/>
            <a:chOff x="0" y="0"/>
            <a:chExt cx="10825670" cy="61308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825607" cy="6130798"/>
            </a:xfrm>
            <a:custGeom>
              <a:avLst/>
              <a:gdLst/>
              <a:ahLst/>
              <a:cxnLst/>
              <a:rect r="r" b="b" t="t" l="l"/>
              <a:pathLst>
                <a:path h="6130798" w="10825607">
                  <a:moveTo>
                    <a:pt x="0" y="0"/>
                  </a:moveTo>
                  <a:lnTo>
                    <a:pt x="10825607" y="0"/>
                  </a:lnTo>
                  <a:lnTo>
                    <a:pt x="10825607" y="6130798"/>
                  </a:lnTo>
                  <a:lnTo>
                    <a:pt x="0" y="61307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88" t="0" r="-338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078641" y="490623"/>
            <a:ext cx="7180659" cy="9329290"/>
            <a:chOff x="0" y="0"/>
            <a:chExt cx="9574212" cy="124390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74149" cy="12439015"/>
            </a:xfrm>
            <a:custGeom>
              <a:avLst/>
              <a:gdLst/>
              <a:ahLst/>
              <a:cxnLst/>
              <a:rect r="r" b="b" t="t" l="l"/>
              <a:pathLst>
                <a:path h="12439015" w="9574149">
                  <a:moveTo>
                    <a:pt x="0" y="0"/>
                  </a:moveTo>
                  <a:lnTo>
                    <a:pt x="9574149" y="0"/>
                  </a:lnTo>
                  <a:lnTo>
                    <a:pt x="9574149" y="12439015"/>
                  </a:lnTo>
                  <a:lnTo>
                    <a:pt x="0" y="1243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46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92749" y="2790825"/>
            <a:ext cx="12702492" cy="373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16"/>
              </a:lnSpc>
            </a:pPr>
            <a:r>
              <a:rPr lang="en-US" sz="18726">
                <a:solidFill>
                  <a:srgbClr val="FFFFFF"/>
                </a:solidFill>
                <a:latin typeface="Brittany"/>
                <a:ea typeface="Brittany"/>
                <a:cs typeface="Brittany"/>
                <a:sym typeface="Brittany"/>
              </a:rPr>
              <a:t>Thank You...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DAHVJZsJoDc</dc:identifier>
  <dcterms:modified xsi:type="dcterms:W3CDTF">2011-08-01T06:04:30Z</dcterms:modified>
  <cp:revision>1</cp:revision>
  <dc:title>SE Hyperhidersis project .pptx (2).pptx</dc:title>
</cp:coreProperties>
</file>